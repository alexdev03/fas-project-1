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bfe054722846be" /><Relationship Type="http://schemas.openxmlformats.org/officeDocument/2006/relationships/extended-properties" Target="/docProps/app.xml" Id="Rd9ede8420c394460" /><Relationship Type="http://schemas.openxmlformats.org/officeDocument/2006/relationships/officeDocument" Target="/ppt/presentation.xml" Id="Ra8f0207ae5e845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9badc2656489e"/>
  </p:sldMasterIdLst>
  <p:notesMasterIdLst>
    <p:notesMasterId xmlns:r="http://schemas.openxmlformats.org/officeDocument/2006/relationships" r:id="Ra0865c9f7b6c41e3"/>
  </p:notesMasterIdLst>
  <p:sldIdLst>
    <p:sldId xmlns:r="http://schemas.openxmlformats.org/officeDocument/2006/relationships" id="256" r:id="Re37a34d9f2bb4677"/>
    <p:sldId xmlns:r="http://schemas.openxmlformats.org/officeDocument/2006/relationships" id="257" r:id="R6b96d1819bdd4328"/>
    <p:sldId xmlns:r="http://schemas.openxmlformats.org/officeDocument/2006/relationships" id="258" r:id="R51b3231aec014881"/>
    <p:sldId xmlns:r="http://schemas.openxmlformats.org/officeDocument/2006/relationships" id="259" r:id="Ra9479a0da57240d7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ec041228624a93" /><Relationship Type="http://schemas.openxmlformats.org/officeDocument/2006/relationships/slideMaster" Target="/ppt/slideMasters/slideMaster1.xml" Id="R3439badc2656489e" /><Relationship Type="http://schemas.openxmlformats.org/officeDocument/2006/relationships/notesMaster" Target="/ppt/notesMasters/notesMaster1.xml" Id="Ra0865c9f7b6c41e3" /><Relationship Type="http://schemas.openxmlformats.org/officeDocument/2006/relationships/presProps" Target="/ppt/presProps.xml" Id="R15d9d17ea0dc45ce" /><Relationship Type="http://schemas.openxmlformats.org/officeDocument/2006/relationships/viewProps" Target="/ppt/viewProps.xml" Id="R8d430e26c73d4a79" /><Relationship Type="http://schemas.openxmlformats.org/officeDocument/2006/relationships/tableStyles" Target="/ppt/tableStyles.xml" Id="R486616d387664a9b" /><Relationship Type="http://schemas.openxmlformats.org/officeDocument/2006/relationships/slide" Target="/ppt/slides/slide1.xml" Id="Re37a34d9f2bb4677" /><Relationship Type="http://schemas.openxmlformats.org/officeDocument/2006/relationships/slide" Target="/ppt/slides/slide2.xml" Id="R6b96d1819bdd4328" /><Relationship Type="http://schemas.openxmlformats.org/officeDocument/2006/relationships/slide" Target="/ppt/slides/slide3.xml" Id="R51b3231aec014881" /><Relationship Type="http://schemas.openxmlformats.org/officeDocument/2006/relationships/slide" Target="/ppt/slides/slide4.xml" Id="Ra9479a0da572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08e21fd58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d49e25d301417e" /><Relationship Type="http://schemas.openxmlformats.org/officeDocument/2006/relationships/notesMaster" Target="/ppt/notesMasters/notesMaster1.xml" Id="R1352623bd9d7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0e3fe26d54c56" /><Relationship Type="http://schemas.openxmlformats.org/officeDocument/2006/relationships/notesMaster" Target="/ppt/notesMasters/notesMaster1.xml" Id="R7be3725b43fc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03ccf6984443c" /><Relationship Type="http://schemas.openxmlformats.org/officeDocument/2006/relationships/notesMaster" Target="/ppt/notesMasters/notesMaster1.xml" Id="Ref61df4ac38b46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5474bd6728448f" /><Relationship Type="http://schemas.openxmlformats.org/officeDocument/2006/relationships/notesMaster" Target="/ppt/notesMasters/notesMaster1.xml" Id="R03a6cb1b824341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b7b74c0a144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b30608df846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91fd77d0448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49a7fb9db45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8a6f45d824c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8b7e983044ce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1742013834e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b192d662148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6c2692cd441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2aeb35f2a4c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d07f296e341b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6D97CE-A059-45B4-A1B8-B2454931C3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4E18A6A-4ACE-4F56-8F9C-8D720B2125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C2E82E-C603-4E29-B29C-A98ECDEB96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96C8D0-ABC2-46B7-BF59-08E60B4D4D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4B5340-9884-4E34-940D-924C230868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24B061-0CB5-4A4E-A173-929027F07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9FB584-4A7C-4729-AE9F-5D0D25470C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F2867A-0F3A-486A-BD50-86C4489788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3A8DD9-2314-49DC-9124-991F7A9945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38E183-80E2-49B5-A87A-0CDBBA9CC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903C5-2DF7-4D2F-8E5A-2C30A377F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4ECEA6-3C47-4839-8A91-8E972DF07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D61457-AF4E-4A9F-BBC4-7D08D19624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96AFD9-6C78-4D40-8FAE-C50B60549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8A4E32-C8A4-4592-92FA-046C8995F2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83E84-DBC9-4284-AD30-50F3DA59D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514176-8B57-4C04-A931-B76B9BEE2F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5656F98-2B05-41FC-AA59-C5FFC204F0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06A5A5-F631-4618-969A-998176E351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70FB45-381E-4962-952B-D652218500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6567C8A-8AE8-4551-99C6-8E637CB6C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FD9699-96C7-4DA3-9DAB-E07BDC476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0AB180-3CEA-471E-86B3-EF6EBD11AC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A904E4-AA39-4BEA-9964-C0A38FC1CB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A25A283-5217-4876-B4EB-B835D53E9B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FC5517-5894-482F-8C52-D1086DBF4E3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1D6A4EC-C0E7-4351-AC56-451139F854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E9E9A1B-2275-4616-A807-6B07DDFCD5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7AAAAF2-3F7B-475E-90D3-72C9F6357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47B9A8-EE4C-490C-A78C-4783FDCBC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4CDF9AD-5D05-45E9-A3D5-B03147868F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4CE263B-265B-47EC-B476-82A31B08F1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5B60-ECAD-4824-A5B2-39A6007895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780E2-C5D3-4A5C-B23E-5BDDE30A1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14C8EA9-F535-47D1-BD2E-0FAA9B16E5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B6E06F5-72C0-4BE4-A23B-2D82FE14D1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E7B47-17D7-48CA-9B68-DCE1B424E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6CFD0A-27F3-429B-8495-5F7ECB8D6C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102AEA-ECB8-466C-8897-DE0A6F7277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AD08BE-52ED-41BE-A212-530AA7141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09EB67-6E0D-4CD3-87E2-D97587ED8A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E97891-AF8C-4FA6-BBBF-57EFE53CAA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B04C49-AE8E-470C-BEB0-0A1D73104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A7CA1B0-2FB7-4137-92A0-F298EFC8BC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2ACC5A-3FDB-4FC2-9E99-4C59090985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7A81CB8-117C-445E-9C0C-343059C238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C09F52-3DD6-40B2-AA42-ABCC837FBC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01A103-D32F-46AF-A5F8-4BCE4F30DD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FFFE5F-F808-4015-BCFA-4B2D17539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90DF66-0662-4FCF-A02A-C18651A7D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BA2AE2-83EC-483E-81EB-AFC6AD065D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26458E-D76C-456A-BDBE-4EA379212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D7FA3D-AF28-4926-B39D-C1A4319CB4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57F9E92-46A5-40E3-A2AE-545213A87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B9CB97-0B9A-49E3-B05F-00630AF20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893A43-9AA1-48E1-8D47-5EC8AF26D2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167F61-AB2A-4416-A879-B6D9D7A690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CECF60-3021-466C-A74A-F49BF51093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9e9adef9e4def" /><Relationship Type="http://schemas.openxmlformats.org/officeDocument/2006/relationships/slideLayout" Target="/ppt/slideLayouts/slideLayout1.xml" Id="R9059cd031ee64849" /><Relationship Type="http://schemas.openxmlformats.org/officeDocument/2006/relationships/slideLayout" Target="/ppt/slideLayouts/slideLayout2.xml" Id="Rdcdbdb8d1fdc4f0c" /><Relationship Type="http://schemas.openxmlformats.org/officeDocument/2006/relationships/slideLayout" Target="/ppt/slideLayouts/slideLayout3.xml" Id="Rfc8e3df4b45c4aa0" /><Relationship Type="http://schemas.openxmlformats.org/officeDocument/2006/relationships/slideLayout" Target="/ppt/slideLayouts/slideLayout4.xml" Id="Rd302d9201fa5469e" /><Relationship Type="http://schemas.openxmlformats.org/officeDocument/2006/relationships/slideLayout" Target="/ppt/slideLayouts/slideLayout5.xml" Id="R5839ce86d8544c52" /><Relationship Type="http://schemas.openxmlformats.org/officeDocument/2006/relationships/slideLayout" Target="/ppt/slideLayouts/slideLayout6.xml" Id="Reb25bda2e7e44452" /><Relationship Type="http://schemas.openxmlformats.org/officeDocument/2006/relationships/slideLayout" Target="/ppt/slideLayouts/slideLayout7.xml" Id="R0e728e53942e46cd" /><Relationship Type="http://schemas.openxmlformats.org/officeDocument/2006/relationships/slideLayout" Target="/ppt/slideLayouts/slideLayout8.xml" Id="R28417ca6e0164310" /><Relationship Type="http://schemas.openxmlformats.org/officeDocument/2006/relationships/slideLayout" Target="/ppt/slideLayouts/slideLayout9.xml" Id="R12efa098125d4e80" /><Relationship Type="http://schemas.openxmlformats.org/officeDocument/2006/relationships/slideLayout" Target="/ppt/slideLayouts/slideLayout10.xml" Id="Rd4e47cbe384e42e7" /><Relationship Type="http://schemas.openxmlformats.org/officeDocument/2006/relationships/slideLayout" Target="/ppt/slideLayouts/slideLayout11.xml" Id="R5e5848d9f7f6460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FCDA738-61B5-4820-AC68-638CE7AC3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E73A77-F5B0-4BD7-B864-C685B24AD2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33022D-4C57-4794-8F8A-3E1645548A8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D64183-6C4B-4B08-9CE8-3C905AEE2C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F736BA-9E65-4A96-86AA-1CDA15D2C1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59cd031ee64849"/>
    <p:sldLayoutId xmlns:r="http://schemas.openxmlformats.org/officeDocument/2006/relationships" id="2147483650" r:id="Rdcdbdb8d1fdc4f0c"/>
    <p:sldLayoutId xmlns:r="http://schemas.openxmlformats.org/officeDocument/2006/relationships" id="2147483651" r:id="Rfc8e3df4b45c4aa0"/>
    <p:sldLayoutId xmlns:r="http://schemas.openxmlformats.org/officeDocument/2006/relationships" id="2147483652" r:id="Rd302d9201fa5469e"/>
    <p:sldLayoutId xmlns:r="http://schemas.openxmlformats.org/officeDocument/2006/relationships" id="2147483653" r:id="R5839ce86d8544c52"/>
    <p:sldLayoutId xmlns:r="http://schemas.openxmlformats.org/officeDocument/2006/relationships" id="2147483654" r:id="Reb25bda2e7e44452"/>
    <p:sldLayoutId xmlns:r="http://schemas.openxmlformats.org/officeDocument/2006/relationships" id="2147483655" r:id="R0e728e53942e46cd"/>
    <p:sldLayoutId xmlns:r="http://schemas.openxmlformats.org/officeDocument/2006/relationships" id="2147483656" r:id="R28417ca6e0164310"/>
    <p:sldLayoutId xmlns:r="http://schemas.openxmlformats.org/officeDocument/2006/relationships" id="2147483657" r:id="R12efa098125d4e80"/>
    <p:sldLayoutId xmlns:r="http://schemas.openxmlformats.org/officeDocument/2006/relationships" id="2147483658" r:id="Rd4e47cbe384e42e7"/>
    <p:sldLayoutId xmlns:r="http://schemas.openxmlformats.org/officeDocument/2006/relationships" id="2147483659" r:id="R5e5848d9f7f6460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d1dd2098a74143" /><Relationship Type="http://schemas.openxmlformats.org/officeDocument/2006/relationships/notesSlide" Target="/ppt/notesSlides/notesSlide1.xml" Id="R5ea5565236f4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b37e097477443e" /><Relationship Type="http://schemas.openxmlformats.org/officeDocument/2006/relationships/notesSlide" Target="/ppt/notesSlides/notesSlide2.xml" Id="R047abff6058a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bd7dd6056540bb" /><Relationship Type="http://schemas.openxmlformats.org/officeDocument/2006/relationships/image" Target="/ppt/media/image.png" Id="Rbcdeb3e6864e492a" /><Relationship Type="http://schemas.openxmlformats.org/officeDocument/2006/relationships/notesSlide" Target="/ppt/notesSlides/notesSlide3.xml" Id="Rdaae3c43940a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3bba4b48254ed7" /><Relationship Type="http://schemas.openxmlformats.org/officeDocument/2006/relationships/notesSlide" Target="/ppt/notesSlides/notesSlide4.xml" Id="Racb0d4e6a461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D4AB0B-E979-400C-B7A0-A57351E5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91440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FAS PROJECT 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2C33BE-BE89-4160-B9B3-FFE042C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78992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Monitoraggio Linux automatizzato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29492A-5FA2-4DFB-9E39-584F37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04288"/>
            <a:ext cx="103327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Metriche · log di sistema · CSV versionati su GitHub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F521A0-1B29-412E-9B6D-490F1264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063240"/>
            <a:ext cx="1083564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41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071CB9A-259B-468D-AEF2-37047551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64992"/>
            <a:ext cx="292608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Obiettivo del progetto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AC56A9-C71A-4ECE-983B-DF5F65F8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30752"/>
            <a:ext cx="996696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Come osservare una macchina Linux con strumenti nativi e conservare una cronologia verificabile?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AFEB80-3DD1-4C6C-83D5-6B3B81DD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687568"/>
            <a:ext cx="107899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Python · Bash · /proc · journalctl · GitHub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FCF39CD-DE4D-4070-B6A6-6D45F53B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6172200"/>
            <a:ext cx="107899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Alessandro Dalfovo · Fondamenti di Sistemi</a:t>
            </a:r>
          </a:p>
        </p:txBody>
      </p:sp>
    </p:spTree>
    <p:extLst>
      <p:ext uri="{BB962C8B-B14F-4D97-AF65-F5344CB8AC3E}">
        <p14:creationId xmlns:p14="http://schemas.microsoft.com/office/powerpoint/2010/main" val="1465421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285862-5D9B-41E1-93B2-EC12D40A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10972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PIPELINE OPERATIVA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9931DC-015E-46D3-A61A-FC7A4238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Dal sistema ai dati versionati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DD2D40-4D98-4D90-B0A6-BE58729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61288"/>
            <a:ext cx="86868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solidFill>
              <a:srgbClr val="38BD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E6D9A4-39A2-4221-898B-0C64F53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Alessandro Dalfovo · Fondamenti di Sistemi · 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671A61-EDCD-4B98-9222-3CA7E23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202996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8BD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35D4C72-535D-4F1B-9D19-981273B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214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A1B2D32-F352-4994-B624-9D298CD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7373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Raccolta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6FBB802-063F-4B04-A0AE-BC6274D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737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Config e ciclo ogni 10 minuti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ADFE88-1FD4-47DF-9FED-F8101470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83464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B2589-366D-458C-A37D-B9268BA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39" y="1920240"/>
            <a:ext cx="202996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8BD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91E553-0E94-4FA6-B4A1-00AC1A2D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9" y="21214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670371A-56E8-400D-84EC-8C7E8F62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9" y="2651760"/>
            <a:ext cx="17373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Metriche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18ECE1E-AECB-4C33-8C23-3952EC6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9" y="3200400"/>
            <a:ext cx="1737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Load, RAM e disco da /proc + df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3135D8D-BD72-416B-9E6D-1D2EA4D2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83464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ED74731-B508-458F-8DB8-2AF0619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59" y="1920240"/>
            <a:ext cx="202996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2C5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575739-9383-4C45-8D58-AD4B5D4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214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01EFE1-48E3-4811-A32D-4B53735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651760"/>
            <a:ext cx="17373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Log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B6B2FAB-8F58-4012-9519-0976D9A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200400"/>
            <a:ext cx="1737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journalctl filtrato con regex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CF9C9ED-C134-411A-8E89-DA8E3B0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1" y="283464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1EECE0E-A3C3-481A-9CF5-B3350AEF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202996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2C5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E159653-E694-43F2-80F0-25332E8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1214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3EC638-9DF7-420F-9735-F6DC774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651760"/>
            <a:ext cx="17373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1F50E41-2AFD-4A93-9009-C18A1AC7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200400"/>
            <a:ext cx="1737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Metriche ed errori in file giornalieri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AA427BC-7DE9-4013-B190-43744F8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83464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7210BF7-717B-45EB-A9A3-182B9910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0240"/>
            <a:ext cx="202996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88E6397-2B4F-452C-92BD-AA4BBB1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1214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B2D9FDA-2F70-4F5E-B115-DB36F36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651760"/>
            <a:ext cx="173736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CB811DE-C629-4B19-9BA1-E8C90F90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3200400"/>
            <a:ext cx="1737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Commit e push nel repository dei log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F09EB23-2FC7-41F0-9CDD-B78CB24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>
            <a:solidFill>
              <a:srgbClr val="2A41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F5A3CCE-8C9E-4B5D-9685-300D1FB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02352"/>
            <a:ext cx="99669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collect.sh  →  process.py  →  CSV giornalieri  →  commit  →  push</a:t>
            </a:r>
          </a:p>
        </p:txBody>
      </p:sp>
    </p:spTree>
    <p:extLst>
      <p:ext uri="{BB962C8B-B14F-4D97-AF65-F5344CB8AC3E}">
        <p14:creationId xmlns:p14="http://schemas.microsoft.com/office/powerpoint/2010/main" val="642507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C3663FE-8459-4D49-BDE7-C6E3BD2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115568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3. Il campionamento mostra risorse stabili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71624F-C98F-417F-9BA8-F241199E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713232"/>
            <a:ext cx="110642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RAM media giornaliera sulla macchina Linux da 512 MB.</a:t>
            </a:r>
          </a:p>
        </p:txBody>
      </p:sp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eb3e6864e492a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143000"/>
            <a:ext cx="11064240" cy="4956048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DB84FE-74AD-44CD-A89D-121259B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26480"/>
            <a:ext cx="110642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41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E4DB75-61ED-48DA-A348-642BD23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6208776"/>
            <a:ext cx="106984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587 campioni · RAM media 41% · disco stabile al 18%.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20E192-561F-4CB8-BF33-1906EAD3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6583680"/>
            <a:ext cx="173736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Alessandro Dalfovo · 3</a:t>
            </a:r>
          </a:p>
        </p:txBody>
      </p:sp>
    </p:spTree>
    <p:extLst>
      <p:ext uri="{BB962C8B-B14F-4D97-AF65-F5344CB8AC3E}">
        <p14:creationId xmlns:p14="http://schemas.microsoft.com/office/powerpoint/2010/main" val="1168660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39BA18-854F-4475-BBAD-4FE8F531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10972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VALUTAZIONE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063449-50B2-41CE-816D-6BCEC338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Il prototipo funziona; ora va reso più robusto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6F86BE-9FF7-461F-BEEF-09E1C563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61288"/>
            <a:ext cx="86868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solidFill>
              <a:srgbClr val="38BD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57FE75-E0CF-46E8-8777-214E450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9FB1C5"/>
                </a:solidFill>
                <a:latin typeface="Aptos"/>
                <a:ea typeface="Aptos"/>
                <a:cs typeface="Aptos"/>
              </a:rPr>
              <a:t>Alessandro Dalfovo · Fondamenti di Sistemi · 4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7E59B61-BBB4-4864-8ED9-AFE05B89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310896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F8717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CB3EE65-366B-47BD-9DBA-413E57CB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6596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87171"/>
                </a:solidFill>
                <a:latin typeface="Aptos"/>
                <a:ea typeface="Aptos"/>
                <a:cs typeface="Aptos"/>
              </a:rPr>
              <a:t>Limiti attuali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EED2EA-C62C-4AC2-B0D3-2D65788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24688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8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eventi del journal duplicati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8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push senza retry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8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→ timezone non uniforme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8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→ CSV in crescita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1E3933F-9A4C-4599-892A-891E26E3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BA9CC9C-18E9-4D14-9B02-2996D12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45920"/>
            <a:ext cx="630936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2C55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65F972D-4F4F-46B0-B42C-60EEE706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65960"/>
            <a:ext cx="5394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Miglioramenti prioritari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CDCF76F-1FFA-49CE-A0C5-FCDD22C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06040"/>
            <a:ext cx="53035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cursor persistente di journalctl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→ retry con backoff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→ timestamp solo UTC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EDF3F8"/>
                </a:solidFill>
                <a:latin typeface="Aptos"/>
                <a:ea typeface="Aptos"/>
                <a:cs typeface="Aptos"/>
              </a:defRPr>
            </a:pPr>
            <a:r>
              <a:t>→ rotazione o database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461B52-83DC-4A4E-AFC9-B5C1F7D9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r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EDF3F8"/>
                </a:solidFill>
                <a:latin typeface="Aptos"/>
                <a:ea typeface="Aptos"/>
                <a:cs typeface="Aptos"/>
              </a:rPr>
              <a:t>La base funziona: è semplice, misurabile e facilmente estendibile.</a:t>
            </a:r>
          </a:p>
        </p:txBody>
      </p:sp>
    </p:spTree>
    <p:extLst>
      <p:ext uri="{BB962C8B-B14F-4D97-AF65-F5344CB8AC3E}">
        <p14:creationId xmlns:p14="http://schemas.microsoft.com/office/powerpoint/2010/main" val="12664937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2026-07-16T20:58:30.6750000Z</dcterms:created>
  <dcterms:modified xsi:type="dcterms:W3CDTF">2026-07-16T20:58:30.6750000Z</dcterms:modified>
</coreProperties>
</file>